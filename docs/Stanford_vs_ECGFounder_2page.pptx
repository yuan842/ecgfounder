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PHILOSOPHIES, BOTH 1D RESNETS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each is, and how they're built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257800" cy="2194560"/>
          </a:xfrm>
          <a:prstGeom prst="rect">
            <a:avLst/>
          </a:prstGeom>
          <a:solidFill>
            <a:srgbClr val="F4F7FA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118872" cy="21945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554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Stanford 1D-ResNet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868680" y="20299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Hannun-Rajpurkar-Ng, Nature Medicine 2019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2560320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91K records / 53.5K patients (Zio, 200 Hz)</a:t>
            </a:r>
            <a:endParaRPr lang="en-US" sz="1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34-layer 1D ResNet, trained from scratch</a:t>
            </a:r>
            <a:endParaRPr lang="en-US" sz="1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classes; 1 label / 1.28 s (seq-to-seq)</a:t>
            </a:r>
            <a:endParaRPr lang="en-US" sz="1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0.97 &gt; cardiologist (F1 .837 vs .780)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55080" y="1371600"/>
            <a:ext cx="5257800" cy="2194560"/>
          </a:xfrm>
          <a:prstGeom prst="rect">
            <a:avLst/>
          </a:prstGeom>
          <a:solidFill>
            <a:srgbClr val="F4F7FA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55080" y="1371600"/>
            <a:ext cx="118872" cy="21945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1554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ECGFounder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675120" y="20299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et al. 2025 (arXiv 2410.04133) - our base model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675120" y="2560320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10.8M ECGs / 1.8M subjects; 150 labels</a:t>
            </a:r>
            <a:endParaRPr lang="en-US" sz="1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Net1D/RegNet foundation; PU-learning loss</a:t>
            </a:r>
            <a:endParaRPr lang="en-US" sz="1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Single-lead = lead augmentation (our fuzzy)</a:t>
            </a:r>
            <a:endParaRPr lang="en-US" sz="1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Committee AUROC .968; CODE-test .981</a:t>
            </a:r>
            <a:endParaRPr lang="en-US" sz="12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03320"/>
          <a:ext cx="11064240" cy="914400"/>
        </p:xfrm>
        <a:graphic>
          <a:graphicData uri="http://schemas.openxmlformats.org/drawingml/2006/table">
            <a:tbl>
              <a:tblPr/>
              <a:tblGrid>
                <a:gridCol w="2655418"/>
                <a:gridCol w="4204411"/>
                <a:gridCol w="4204411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Stanford 1D-ResNet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ECGFounder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Sequence: 1 label / 1.28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global vector / record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Label type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Softmax (one class/segment)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Sigmoid (multi-label)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 (4 - ~12)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 diagnoses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From scratch, per dataset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Pretrained foundation + fine-tune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 len, 200-360 Hz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10 s @ 500 Hz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Continuous Holter / patch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Per-window multi-diagnosis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Cross-dataset labels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per-dataset; retrain or hand-map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150-space; central map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RUN ON MIT-BIH, IN DIFFERENT SETTINGS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Head-to-head and verdict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257800" cy="2148840"/>
          </a:xfrm>
          <a:prstGeom prst="rect">
            <a:avLst/>
          </a:prstGeom>
          <a:solidFill>
            <a:srgbClr val="F4F7FA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54480"/>
            <a:ext cx="5257800" cy="11887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7373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Stanford 1D-ResNet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10312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2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~1.00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2880360" y="2121408"/>
            <a:ext cx="2743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on dev_split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SINUS F1 1.00 (n=1597)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BIGEMINY F1 0.96 (n=41)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68680" y="33832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MIT-BIH (in-distribution)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55080" y="1554480"/>
            <a:ext cx="5257800" cy="2148840"/>
          </a:xfrm>
          <a:prstGeom prst="rect">
            <a:avLst/>
          </a:prstGeom>
          <a:solidFill>
            <a:srgbClr val="F4F7FA"/>
          </a:solidFill>
          <a:ln w="12700">
            <a:solidFill>
              <a:srgbClr val="D6DE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55080" y="1554480"/>
            <a:ext cx="5257800" cy="11887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17373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ECGFounder (zero-shot)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29400" y="210312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2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0.95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8686800" y="2121408"/>
            <a:ext cx="2743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AFib  ROC 0.95 / F1 0.86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PVC   ROC 0.94 / F1 0.72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NSR   ROC 0.84 / F1 0.78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675120" y="33832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trained on MIT-BIH (transfer)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931920"/>
            <a:ext cx="11064240" cy="1417320"/>
          </a:xfrm>
          <a:prstGeom prst="rect">
            <a:avLst/>
          </a:prstGeom>
          <a:solidFill>
            <a:srgbClr val="FBF3E2"/>
          </a:solidFill>
          <a:ln w="19050">
            <a:solidFill>
              <a:srgbClr val="C8862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931920"/>
            <a:ext cx="118872" cy="1417320"/>
          </a:xfrm>
          <a:prstGeom prst="rect">
            <a:avLst/>
          </a:prstGeom>
          <a:solidFill>
            <a:srgbClr val="C8862A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40690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E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'Stanford beats ECGFounder'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68680" y="448056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Stanford was trained ON MIT-BIH, so ~100% on a held-out split of the same (97% SINUS) dataset is in-distribution fit. ECGFounder's numbers are zero-shot transfer to an unseen dataset. Label spaces (4 exclusive vs 150 multi-label) and granularity (per-segment vs per-record) also differ.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557784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ECGFounder 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broad multi-label diagnosis (150 conditions) and transfer to new datasets/devices.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Stanford 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per-segment rhythm labels on a continuous strip when you can train on your distribution.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b="1" i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Complementary, not competing.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Stanford 1D-ResNet vs ECGFounder</dc:title>
  <dc:subject>PptxGenJS Presentation</dc:subject>
  <dc:creator>ECGFounder project</dc:creator>
  <cp:lastModifiedBy>ECGFounder project</cp:lastModifiedBy>
  <cp:revision>1</cp:revision>
  <dcterms:created xsi:type="dcterms:W3CDTF">2026-05-31T05:23:55Z</dcterms:created>
  <dcterms:modified xsi:type="dcterms:W3CDTF">2026-05-31T05:23:55Z</dcterms:modified>
</cp:coreProperties>
</file>