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BOTH 1D RESNETS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is, and how they're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8872" cy="2194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net, trained from scratch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/ TensorFlow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ambulatory rhythm strips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classes, one rhythm per segment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54480"/>
            <a:ext cx="5257800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554480"/>
            <a:ext cx="118872" cy="2194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75120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model, pretrained on millions of ECGs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74320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backbone, then fine-tuned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(Net1D, ~30.8M params)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Per-window multi-label diagnosis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classes, co-occurring diagnoses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~1.3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 and verdict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55448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141732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31920"/>
            <a:ext cx="118872" cy="141732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480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ECGFounder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broad multi-label diagnosis (150 conditions) and transfer to new datasets/devices.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Stanford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per-segment rhythm labels on a continuous strip when you can train on your distribution.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2026-05-30T22:47:04Z</dcterms:created>
  <dcterms:modified xsi:type="dcterms:W3CDTF">2026-05-30T22:47:04Z</dcterms:modified>
</cp:coreProperties>
</file>