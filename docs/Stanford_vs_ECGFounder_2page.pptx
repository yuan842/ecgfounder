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PHILOSOPHIES, BOTH 1D RESNETS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is, and how they're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8872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Hannun-Rajpurkar-Ng, Nature Medicine 2019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net, trained from scratch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ambulatory rhythm strips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classes, one rhythm per segment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25780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118872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model, pretrained on millions of ECGs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backbone, then fine-tuned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(Net1D, ~30.8M params)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multi-label diagnosis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classes, co-occurring diagnoses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5418"/>
                <a:gridCol w="4204411"/>
                <a:gridCol w="4204411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1D-ResNet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Sequence: 1 label / ~1.3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global vector /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(one class/segment)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(multi-label)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(4 - ~12)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diagnoses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scratch, per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foundation + fine-tune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len, 200-360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 s @ 500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Holter / 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Per-window multi-diagnosis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per-dataset; retrain or hand-map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150-space; central 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ON MIT-BIH, IN DIFFERENT SETTINGS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and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257800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880360" y="2121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dev_split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F1 1.00 (n=1597)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BIGEMINY F1 0.96 (n=41)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MIT-BIH (in-distribution)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554480"/>
            <a:ext cx="52578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554480"/>
            <a:ext cx="5257800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(zero-shot)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03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686800" y="2121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AFib  ROC 0.95 / F1 0.86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  ROC 0.94 / F1 0.72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  ROC 0.84 / F1 0.78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trained on MIT-BIH (transfer)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1417320"/>
          </a:xfrm>
          <a:prstGeom prst="rect">
            <a:avLst/>
          </a:prstGeom>
          <a:solidFill>
            <a:srgbClr val="FBF3E2"/>
          </a:solidFill>
          <a:ln w="19050">
            <a:solidFill>
              <a:srgbClr val="C886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118872" cy="1417320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'Stanford beats ECGFounder'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was trained ON MIT-BIH, so ~100% on a held-out split of the same (97% SINUS) dataset is in-distribution fit. ECGFounder's numbers are zero-shot transfer to an unseen dataset. Label spaces (4 exclusive vs 150 multi-label) and granularity (per-segment vs per-record) also differ.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ECGFounder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broad multi-label diagnosis (150 conditions) and transfer to new datasets/devices.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Stanford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per-segment rhythm labels on a continuous strip when you can train on your distribution.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1D-ResNet vs ECGFounder</dc:title>
  <dc:subject>PptxGenJS Presentation</dc:subject>
  <dc:creator>ECGFounder project</dc:creator>
  <cp:lastModifiedBy>ECGFounder project</cp:lastModifiedBy>
  <cp:revision>1</cp:revision>
  <dcterms:created xsi:type="dcterms:W3CDTF">2026-05-31T01:03:53Z</dcterms:created>
  <dcterms:modified xsi:type="dcterms:W3CDTF">2026-05-31T01:03:53Z</dcterms:modified>
</cp:coreProperties>
</file>