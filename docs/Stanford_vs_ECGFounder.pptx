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74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9F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 MODEL COMPARISON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Stanford 1D-ResNet  vs  ECGFounder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58368" y="3383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design philosophy, and a MIT-BIH head-to-head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= task-specific 1D ResNet (Nature Medicine 2019)   </a:t>
            </a:r>
            <a:pPr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</a:t>
            </a:r>
            <a:pPr indent="0" marL="0">
              <a:buNone/>
            </a:pPr>
            <a:r>
              <a:rPr lang="en-US" sz="1300" dirty="0">
                <a:solidFill>
                  <a:srgbClr val="9F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ECGFounder = pretrained foundation model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PHILOSOPHIES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each model 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4480560"/>
          </a:xfrm>
          <a:prstGeom prst="rect">
            <a:avLst/>
          </a:prstGeom>
          <a:solidFill>
            <a:srgbClr val="F4F7FA"/>
          </a:solidFill>
          <a:ln w="12700">
            <a:solidFill>
              <a:srgbClr val="D6DEE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118872" cy="44805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0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Stanford 1D-ResNet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868680" y="23957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Hannun · Rajpurkar · Ng — Nature Medicine 2019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3063240"/>
            <a:ext cx="4709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Task-specific net, trained FROM SCRATCH per dataset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 / TensorFlow (here ported to Keras 3)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continuous ambulatory rhythm strips (Zio patch)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classes, one rhythm per segment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55080" y="1691640"/>
            <a:ext cx="5257800" cy="4480560"/>
          </a:xfrm>
          <a:prstGeom prst="rect">
            <a:avLst/>
          </a:prstGeom>
          <a:solidFill>
            <a:srgbClr val="F4F7FA"/>
          </a:solidFill>
          <a:ln w="12700">
            <a:solidFill>
              <a:srgbClr val="D6DEE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5080" y="1691640"/>
            <a:ext cx="118872" cy="44805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1920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ECGFounder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6675120" y="23957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 — pretrained on millions of ECGs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675120" y="3063240"/>
            <a:ext cx="4709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backbone, then fine-tuned / probed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(Net1D, ~30.8M params)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per-window multi-label diagnosis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classes, co-occurring diagnoses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1D RESNETS — BUT WIRED DIFFERENTLY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202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Stanford — sequence-to-sequence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4709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single lead, z-scored, multiple of 256 samples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Conv1D(16) → BN → ReLU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residual blocks, 2 convs each (pre-act BN→ReLU→Drop 0.2)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32→64→128→256; strides 1,2,1,2… (256× down)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TimeDistributed Dense → SOFTMAX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one label per ~1.3 s segment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55080" y="1691640"/>
            <a:ext cx="525780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19202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ECGFounder — sequence-to-one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675120" y="2606040"/>
            <a:ext cx="4709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single lead, fixed 10 s @ 500 Hz (1×5000)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Net1D conv stages (deeper / wider)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pooling → 1024-dim feature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Linear(1024, 150) → SIGMOID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150 independent probabilities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one multi-label vector per record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DIFFERENCES THAT MATTER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Side-by-side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60520"/>
                <a:gridCol w="416052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Stanford 1D-ResNet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ECGFounder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granularity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Sequence — 1 label / ~1.3 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global vector / record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 type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Softmax (mutually exclusive)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Sigmoid (multi-label)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 classes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 (4 – ~12)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diagnoses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scratch, per dataset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Pretrained foundation + fine-tune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width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caps at 256 channels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1024-dim (~30.8M params)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len, 200/300/360 Hz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10 s @ 500 Hz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fit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Holter / patch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Per-window multi-diagnosis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RUN ON MIT-BIH — IN DIFFERENT SETTINGS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Head-to-head: MIT-BIH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257800" cy="2286000"/>
          </a:xfrm>
          <a:prstGeom prst="rect">
            <a:avLst/>
          </a:prstGeom>
          <a:solidFill>
            <a:srgbClr val="F4F7FA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45920"/>
            <a:ext cx="5257800" cy="11887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28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Stanford 1D-ResNet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A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~1.00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017520" y="2286000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on dev_split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SINUS F1 1.00 (n=1597)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BIGEMINY F1 0.96 (n=41)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36118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MIT-BIH — in-distribution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55080" y="1645920"/>
            <a:ext cx="5257800" cy="2286000"/>
          </a:xfrm>
          <a:prstGeom prst="rect">
            <a:avLst/>
          </a:prstGeom>
          <a:solidFill>
            <a:srgbClr val="F4F7FA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55080" y="1645920"/>
            <a:ext cx="5257800" cy="1188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1828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ECGFounder (single-lead)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629400" y="22402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A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0.95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8823960" y="2286000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AFib ROC 0.95 / F1 0.86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PVC ROC 0.94 / F1 0.72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NSR ROC 0.84 / F1 0.78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675120" y="36118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trained on MIT-BIH — zero-shot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11064240" cy="2103120"/>
          </a:xfrm>
          <a:prstGeom prst="rect">
            <a:avLst/>
          </a:prstGeom>
          <a:solidFill>
            <a:srgbClr val="FBF1D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160520"/>
            <a:ext cx="118872" cy="21031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31596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6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  This is NOT “Stanford beats ECGFounder.”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68680" y="4773168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was trained ON MIT-BIH, so ~100% on a held-out split of the same (97% SINUS) dataset is in-distribution fit. 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ECGFounder's numbers are zero-shot transfer to an unseen dataset. Different questions: fit-this-dataset vs transfer-to-unseen. 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spaces also differ (4 exclusive rhythms vs 150 multi-label) and so does output granularity (per-segment vs per-record).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WHICH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Verdict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57800" cy="2743200"/>
          </a:xfrm>
          <a:prstGeom prst="rect">
            <a:avLst/>
          </a:prstGeom>
          <a:solidFill>
            <a:srgbClr val="2C3568"/>
          </a:solidFill>
          <a:ln w="19050">
            <a:solidFill>
              <a:srgbClr val="9FC7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3852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FC7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ECGFounder when…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4709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broad multi-label diagnosis (150 conditions)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to transfer to new datasets / devices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per-dataset training is available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55080" y="1737360"/>
            <a:ext cx="5257800" cy="2743200"/>
          </a:xfrm>
          <a:prstGeom prst="rect">
            <a:avLst/>
          </a:prstGeom>
          <a:solidFill>
            <a:srgbClr val="2C3568"/>
          </a:solidFill>
          <a:ln w="19050">
            <a:solidFill>
              <a:srgbClr val="8FD0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193852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FD0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Stanford when…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675120" y="2514600"/>
            <a:ext cx="4709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per-segment rhythm labels on a continuous strip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train on your target distribution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small, single-label rhythm set is enough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480060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Complementary, not competing — Stanford = continuous single-rhythm timing (in-distribution);  ECGFounder = broad multi-label diagnosis with transfer.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write-up: docs/STANFORD_VS_ECGFOUNDER.md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Stanford 1D-ResNet vs ECGFounder</dc:title>
  <dc:subject>PptxGenJS Presentation</dc:subject>
  <dc:creator>ECGFounder project</dc:creator>
  <cp:lastModifiedBy>ECGFounder project</cp:lastModifiedBy>
  <cp:revision>1</cp:revision>
  <dcterms:created xsi:type="dcterms:W3CDTF">2026-05-30T22:33:11Z</dcterms:created>
  <dcterms:modified xsi:type="dcterms:W3CDTF">2026-05-30T22:33:11Z</dcterms:modified>
</cp:coreProperties>
</file>