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MODEL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  vs  ECGFounder</a:t>
            </a:r>
            <a:endParaRPr lang="en-US" sz="3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5418"/>
                <a:gridCol w="4204411"/>
                <a:gridCol w="4204411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1D-ResNet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ECGFounder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Sequence: 1 label / ~1.3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global vector /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(one class/segment)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(multi-label)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(4 - ~12)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diagnoses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scratch, per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foundation + fine-tune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len, 200-360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10 s @ 500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Holter / 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Per-window multi-diagnosis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MIT-BIH: </a:t>
            </a:r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~1.00 acc (trained on it, in-distribution)   vs   ECGFounder AFib ROC 0.95 (zero-shot transfer).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11064240" cy="1371600"/>
          </a:xfrm>
          <a:prstGeom prst="rect">
            <a:avLst/>
          </a:prstGeom>
          <a:solidFill>
            <a:srgbClr val="FBF3E2"/>
          </a:solidFill>
          <a:ln w="19050">
            <a:solidFill>
              <a:srgbClr val="C886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349240"/>
            <a:ext cx="118872" cy="1371600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'Stanford beats ECGFounder'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5897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was trained ON MIT-BIH, so ~100% on a held-out split of the same (97% SINUS) dataset is in-distribution fit. ECGFounder's numbers are zero-shot transfer to an unseen dataset. Label spaces (4 exclusive vs 150 multi-label) and granularity (per-segment vs per-record) also differ.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Stanford 1D-ResNet vs ECGFounder</dc:title>
  <dc:subject>PptxGenJS Presentation</dc:subject>
  <dc:creator>ECGFounder project</dc:creator>
  <cp:lastModifiedBy>ECGFounder project</cp:lastModifiedBy>
  <cp:revision>1</cp:revision>
  <dcterms:created xsi:type="dcterms:W3CDTF">2026-05-30T22:47:04Z</dcterms:created>
  <dcterms:modified xsi:type="dcterms:W3CDTF">2026-05-30T22:47:04Z</dcterms:modified>
</cp:coreProperties>
</file>