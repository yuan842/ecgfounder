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ECG MODEL COMPARISON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2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Stanford 1D-ResNet  vs  ECGFounder</a:t>
            </a:r>
            <a:endParaRPr lang="en-US" sz="30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655418"/>
                <a:gridCol w="4204411"/>
                <a:gridCol w="4204411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Dimension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Stanford 1D-ResNet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65A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ECGFounder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729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Sequence: 1 label / ~1.3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global vector / record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 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Softmax (one class/segment)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(multi-label)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 (4 - ~12)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150 diagnoses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From scratch, per dataset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Pretrained foundation + fine-tune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 len, 200-360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10 s @ 500 Hz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fit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Holter / patch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Per-window multi-diagnosis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129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Cross-dataset labels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per-dataset; retrain or hand-map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22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150-space; central map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63500" marB="63500" anchor="ctr">
                    <a:lnL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DE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MIT-BIH: </a:t>
            </a:r>
            <a:pPr indent="0" marL="0"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~1.00 acc (trained on it, in-distribution)   vs   ECGFounder AFib ROC 0.95 (zero-shot transfer).</a:t>
            </a:r>
            <a:endParaRPr lang="en-US" sz="1250" dirty="0"/>
          </a:p>
        </p:txBody>
      </p:sp>
      <p:sp>
        <p:nvSpPr>
          <p:cNvPr id="6" name="Shape 3"/>
          <p:cNvSpPr/>
          <p:nvPr/>
        </p:nvSpPr>
        <p:spPr>
          <a:xfrm>
            <a:off x="548640" y="5349240"/>
            <a:ext cx="11064240" cy="1325880"/>
          </a:xfrm>
          <a:prstGeom prst="rect">
            <a:avLst/>
          </a:prstGeom>
          <a:solidFill>
            <a:srgbClr val="FBF3E2"/>
          </a:solidFill>
          <a:ln w="19050">
            <a:solidFill>
              <a:srgbClr val="C8862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8640" y="5349240"/>
            <a:ext cx="118872" cy="1325880"/>
          </a:xfrm>
          <a:prstGeom prst="rect">
            <a:avLst/>
          </a:prstGeom>
          <a:solidFill>
            <a:srgbClr val="C8862A"/>
          </a:solidFill>
          <a:ln/>
        </p:spPr>
      </p:sp>
      <p:sp>
        <p:nvSpPr>
          <p:cNvPr id="8" name="Text 5"/>
          <p:cNvSpPr/>
          <p:nvPr/>
        </p:nvSpPr>
        <p:spPr>
          <a:xfrm>
            <a:off x="868680" y="54864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A5E1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 'Stanford beats ECGFounder'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68680" y="589788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A22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was trained ON MIT-BIH, so ~100% on a held-out split of the same (97% SINUS) dataset is in-distribution fit. ECGFounder's numbers are zero-shot transfer to an unseen dataset. Label spaces (4 exclusive vs 150 multi-label) and granularity (per-segment vs per-record) also differ.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Stanford 1D-ResNet vs ECGFounder</dc:title>
  <dc:subject>PptxGenJS Presentation</dc:subject>
  <dc:creator>ECGFounder project</dc:creator>
  <cp:lastModifiedBy>ECGFounder project</cp:lastModifiedBy>
  <cp:revision>1</cp:revision>
  <dcterms:created xsi:type="dcterms:W3CDTF">2026-05-31T01:03:53Z</dcterms:created>
  <dcterms:modified xsi:type="dcterms:W3CDTF">2026-05-31T01:03:53Z</dcterms:modified>
</cp:coreProperties>
</file>