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630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F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MODEL COMPARISON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22402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Stanford 1D-ResNet  vs  ECGFounder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58368" y="3291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design philosophy, and a MIT-BIH head-to-head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= task-specific 1D ResNet (Nature Medicine 2019)   |   ECGFounder = pretrained foundation model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THE TWO SOURCE PAPERS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papers actually report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57800" cy="361188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74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Hannun et al. - Nature Medicine 2019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68680" y="2423160"/>
            <a:ext cx="47091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Hannun, Rajpurkar, ..., Ng (awni/ecg)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91,232 records / 53,549 patients; Zio patch, 200 Hz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rhythm classes; seq-to-seq, 1 label / 1.28 s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0.97, F1 0.837 &gt; avg cardiologist 0.780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open; training data proprietary (iRhythm)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55080" y="1691640"/>
            <a:ext cx="5257800" cy="361188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1874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ECGFounder - Li et al. 2025 (our base model)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675120" y="2423160"/>
            <a:ext cx="47091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Li, Aguirre, ..., Westover, Hong (arXiv 2410.04133)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HEEDB: 10.8M ECGs / 1.8M subjects; 150 labels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Net1D/RegNet; PU-learning loss; per-record multi-label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Committee AUROC 0.968 / F1 0.677; CODE-test 0.981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Single-lead via lead augmentation = our fuzzy angles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5486400"/>
            <a:ext cx="11064240" cy="914400"/>
          </a:xfrm>
          <a:prstGeom prst="rect">
            <a:avLst/>
          </a:prstGeom>
          <a:solidFill>
            <a:srgbClr val="EEF3F6"/>
          </a:solidFill>
          <a:ln w="6350">
            <a:solidFill>
              <a:srgbClr val="D6DE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596128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lineage:  </a:t>
            </a:r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validate against a 3-cardiologist committee (ECGFounder cites Hannun). Hannun warns long recordings yield “non-trivial false-positive diagnoses” - exactly what our motion/SQI gates and per-window reporting address.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PHILOSOPHIES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each model 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57800" cy="4480560"/>
          </a:xfrm>
          <a:prstGeom prst="rect">
            <a:avLst/>
          </a:prstGeom>
          <a:solidFill>
            <a:srgbClr val="F4F7FA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118872" cy="4480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74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Stanford 1D-ResNet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68680" y="23500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Hannun-Rajpurkar-Ng, Nature Medicine 2019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880360"/>
            <a:ext cx="4709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91K records / 53.5K patients (Zio, 200 Hz)</a:t>
            </a:r>
            <a:endParaRPr lang="en-US" sz="1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34-layer 1D ResNet, trained from scratch</a:t>
            </a:r>
            <a:endParaRPr lang="en-US" sz="1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classes; 1 label / 1.28 s (seq-to-seq)</a:t>
            </a:r>
            <a:endParaRPr lang="en-US" sz="1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0.97 &gt; cardiologist (F1 .837 vs .780)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55080" y="1691640"/>
            <a:ext cx="5257800" cy="4480560"/>
          </a:xfrm>
          <a:prstGeom prst="rect">
            <a:avLst/>
          </a:prstGeom>
          <a:solidFill>
            <a:srgbClr val="F4F7FA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1691640"/>
            <a:ext cx="118872" cy="44805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874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ECGFounder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675120" y="23500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2025 (arXiv 2410.04133) - our base model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75120" y="2880360"/>
            <a:ext cx="4709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10.8M ECGs / 1.8M subjects; 150 labels</a:t>
            </a:r>
            <a:endParaRPr lang="en-US" sz="1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Net1D/RegNet foundation; PU-learning loss</a:t>
            </a:r>
            <a:endParaRPr lang="en-US" sz="1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Single-lead = lead augmentation (our fuzzy)</a:t>
            </a:r>
            <a:endParaRPr lang="en-US" sz="1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Committee AUROC .968; CODE-test .981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1D RESNETS, WIRED DIFFERENTLY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5780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20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Stanford - sequence to sequence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560320"/>
            <a:ext cx="4709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single lead, z-scored, multiple of 256 samples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 Conv1D(16) -&gt; BN -&gt; ReLU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residual blocks, 2 convs each (pre-act BN-&gt;ReLU-&gt;Drop 0.2)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32-&gt;64-&gt;128-&gt;256; strides 1,2,1,2... (256x down)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TimeDistributed Dense -&gt; softmax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label per 1.28 s segment (256 samp @ 200 Hz)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691640"/>
            <a:ext cx="525780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1920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ECGFounder - sequence to one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675120" y="2560320"/>
            <a:ext cx="4709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single lead, fixed 10 s @ 500 Hz (1x5000)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Net1D conv stages (deeper / wider)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pooling -&gt; 1024-dim feature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Linear(1024, 150) -&gt; sigmoid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150 independent probabilities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multi-label vector per record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DIFFERENCES THAT MATTER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Side-by-side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5418"/>
                <a:gridCol w="4204411"/>
                <a:gridCol w="4204411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Stanford 1D-ResNet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ECGFounder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Sequence: 1 label / 1.28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global vector / record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 type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Softmax (one class/segment)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Sigmoid (multi-label)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 (4 - ~12)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diagnoses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scratch, per dataset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Pretrained foundation + fine-tune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len, 200-360 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10 s @ 500 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 Holter / patch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Per-window multi-diagnosis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Cross-dataset labels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per-dataset; retrain or hand-map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150-space; central map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ONTOLOGY VS ONE FIXED VOCABULARY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Label handling across databases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578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20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Stanford - no global label space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560320"/>
            <a:ext cx="4709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checkpoint's classes auto-derived from its training data</a:t>
            </a:r>
            <a:endParaRPr lang="en-US" sz="13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cinc17 -&gt; A / N / O / ~     mitdb -&gt; SINUS / BIGEMINY / TRIGEMINY / VT</a:t>
            </a:r>
            <a:endParaRPr lang="en-US" sz="13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database = RETRAIN (new checkpoint) OR HAND-MAP</a:t>
            </a:r>
            <a:endParaRPr lang="en-US" sz="13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Hand-map = per-script LABEL_MAP dict, lossy, not centralized</a:t>
            </a:r>
            <a:endParaRPr lang="en-US" sz="13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reusable, enforced cross-dataset mapping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55080" y="1691640"/>
            <a:ext cx="52578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1920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ECGFounder - one fixed vocabulary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675120" y="2560320"/>
            <a:ext cx="4709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fixed 150-label space, pinned once (tasks.txt)</a:t>
            </a:r>
            <a:endParaRPr lang="en-US" sz="13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dataset mapped INTO that space, not the reverse</a:t>
            </a:r>
            <a:endParaRPr lang="en-US" sz="13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label_config + GLOBAL_LABEL_MAP.md (single source)</a:t>
            </a:r>
            <a:endParaRPr lang="en-US" sz="13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Import-time enforced - fails to load on drift</a:t>
            </a:r>
            <a:endParaRPr lang="en-US" sz="13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database = a mapping entry, backbone untouched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5532120"/>
            <a:ext cx="11064240" cy="868680"/>
          </a:xfrm>
          <a:prstGeom prst="rect">
            <a:avLst/>
          </a:prstGeom>
          <a:solidFill>
            <a:srgbClr val="EEF3F6"/>
          </a:solidFill>
          <a:ln w="6350">
            <a:solidFill>
              <a:srgbClr val="D6DE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65099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buNone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ties one model to one dataset's labels (retrain or hand-map per DB); ECGFounder's fixed vocabulary + centralized mapping is the foundation-model advantage for multi-dataset work.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RUN ON MIT-BIH, IN DIFFERENT SETTINGS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Head-to-head: MIT-BIH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57800" cy="2148840"/>
          </a:xfrm>
          <a:prstGeom prst="rect">
            <a:avLst/>
          </a:prstGeom>
          <a:solidFill>
            <a:srgbClr val="F4F7FA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5257800" cy="1188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745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Stanford 1D-ResNet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~1.00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2880360" y="2258568"/>
            <a:ext cx="2743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on dev_split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SINUS F1 1.00 (n=1597)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BIGEMINY F1 0.96 (n=41)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35204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MIT-BIH (in-distribution)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55080" y="1691640"/>
            <a:ext cx="5257800" cy="2148840"/>
          </a:xfrm>
          <a:prstGeom prst="rect">
            <a:avLst/>
          </a:prstGeom>
          <a:solidFill>
            <a:srgbClr val="F4F7FA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1691640"/>
            <a:ext cx="5257800" cy="11887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18745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ECGFounder (zero-shot)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29400" y="22402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0.95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686800" y="2258568"/>
            <a:ext cx="2743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AFib  ROC 0.95 / F1 0.86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PVC   ROC 0.94 / F1 0.72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   ROC 0.84 / F1 0.78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35204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trained on MIT-BIH (transfer)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11064240" cy="1828800"/>
          </a:xfrm>
          <a:prstGeom prst="rect">
            <a:avLst/>
          </a:prstGeom>
          <a:solidFill>
            <a:srgbClr val="FBF3E2"/>
          </a:solidFill>
          <a:ln w="19050">
            <a:solidFill>
              <a:srgbClr val="C886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160520"/>
            <a:ext cx="118872" cy="1828800"/>
          </a:xfrm>
          <a:prstGeom prst="rect">
            <a:avLst/>
          </a:prstGeom>
          <a:solidFill>
            <a:srgbClr val="C8862A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2976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'Stanford beats ECGFounder'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68680" y="47091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was trained ON MIT-BIH, so ~100% on a held-out split of the same (97% SINUS) dataset is in-distribution fit. ECGFounder's numbers are zero-shot transfer to an unseen dataset. Label spaces (4 exclusive vs 150 multi-label) and granularity (per-segment vs per-record) also differ.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use which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257800" cy="2743200"/>
          </a:xfrm>
          <a:prstGeom prst="rect">
            <a:avLst/>
          </a:prstGeom>
          <a:solidFill>
            <a:srgbClr val="2C3568"/>
          </a:solidFill>
          <a:ln w="19050">
            <a:solidFill>
              <a:srgbClr val="9FC7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2996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FC7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ECGFounder when...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68680" y="2606040"/>
            <a:ext cx="4709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multi-label diagnosis (150 conditions)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to new datasets / devices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per-dataset training available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828800"/>
            <a:ext cx="5257800" cy="2743200"/>
          </a:xfrm>
          <a:prstGeom prst="rect">
            <a:avLst/>
          </a:prstGeom>
          <a:solidFill>
            <a:srgbClr val="2C3568"/>
          </a:solidFill>
          <a:ln w="19050">
            <a:solidFill>
              <a:srgbClr val="8FD0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202996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FD0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Stanford when...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75120" y="2606040"/>
            <a:ext cx="4709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Per-segment rhythm labels on a continuous strip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train on your target distribution</a:t>
            </a:r>
            <a:endParaRPr lang="en-US" sz="14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E6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single-label rhythm set is enough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84632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Complementary, not competing - Stanford = continuous single-rhythm timing (in-distribution);  ECGFounder = broad multi-label diagnosis with transfer.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63093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write-up: docs/STANFORD_VS_ECGFOUNDER.md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Stanford 1D-ResNet vs ECGFounder</dc:title>
  <dc:subject>PptxGenJS Presentation</dc:subject>
  <dc:creator>ECGFounder project</dc:creator>
  <cp:lastModifiedBy>ECGFounder project</cp:lastModifiedBy>
  <cp:revision>1</cp:revision>
  <dcterms:created xsi:type="dcterms:W3CDTF">2026-05-31T05:23:55Z</dcterms:created>
  <dcterms:modified xsi:type="dcterms:W3CDTF">2026-05-31T05:23:55Z</dcterms:modified>
</cp:coreProperties>
</file>