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F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MODEL COMPARISON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240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  vs  ECGFounder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3291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design philosophy, and a MIT-BIH head-to-head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= task-specific 1D ResNet (Nature Medicine 2019)   |   ECGFounder = pretrained foundation model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PHILOSOPHIES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each model 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4480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8872" cy="4480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Hannun-Rajpurkar-Ng, Nature Medicine 2019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net, trained from scratch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/ TensorFlow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ambulatory rhythm strips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classes, one rhythm per segment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257800" cy="4480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691640"/>
            <a:ext cx="118872" cy="4480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67512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model, pretrained on millions of ECGs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288036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backbone, then fine-tuned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(Net1D, ~30.8M params)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Per-window multi-label diagnosis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classes, co-occurring diagnoses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1D RESNETS, WIRED DIFFERENTLY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- sequence to sequence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single lead, z-scored, multiple of 256 samples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Conv1D(16) -&gt; BN -&gt; ReLU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residual blocks, 2 convs each (pre-act BN-&gt;ReLU-&gt;Drop 0.2)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32-&gt;64-&gt;128-&gt;256; strides 1,2,1,2... (256x down)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TimeDistributed Dense -&gt; softmax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label per ~1.3 s segment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69164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- sequence to one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single lead, fixed 10 s @ 500 Hz (1x5000)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 conv stages (deeper / wider)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pooling -&gt; 1024-dim feature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Linear(1024, 150) -&gt; sigmoid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150 independent probabilities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multi-label vector per record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DIFFERENCES THAT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~1.3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ON MIT-BIH, IN DIFFERENT SETTINGS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Head-to-head: MIT-BIH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257800" cy="1188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880360" y="225856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dev_split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 F1 1.00 (n=1597)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BIGEMINY F1 0.96 (n=41)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MIT-BIH (in-distribution)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5080" y="169164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691640"/>
            <a:ext cx="5257800" cy="1188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(zero-shot)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240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686800" y="225856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AFib  ROC 0.95 / F1 0.86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  ROC 0.94 / F1 0.72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  ROC 0.84 / F1 0.78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trained on MIT-BIH (transfer)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64240" cy="182880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160520"/>
            <a:ext cx="118872" cy="182880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2976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which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57800" cy="2743200"/>
          </a:xfrm>
          <a:prstGeom prst="rect">
            <a:avLst/>
          </a:prstGeom>
          <a:solidFill>
            <a:srgbClr val="2C3568"/>
          </a:solidFill>
          <a:ln w="19050">
            <a:solidFill>
              <a:srgbClr val="9FC7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299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FC7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ECGFounder when...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multi-label diagnosis (150 conditions)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to new datasets / devices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per-dataset training available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257800" cy="2743200"/>
          </a:xfrm>
          <a:prstGeom prst="rect">
            <a:avLst/>
          </a:prstGeom>
          <a:solidFill>
            <a:srgbClr val="2C3568"/>
          </a:solidFill>
          <a:ln w="19050">
            <a:solidFill>
              <a:srgbClr val="8FD0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0299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D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Stanford when...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Per-segment rhythm labels on a continuous strip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train on your target distribution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single-label rhythm set is enough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competing - Stanford = continuous single-rhythm timing (in-distribution);  ECGFounder = broad multi-label diagnosis with transfer.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6309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write-up: docs/STANFORD_VS_ECGFOUNDER.md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2026-05-30T22:52:36Z</dcterms:created>
  <dcterms:modified xsi:type="dcterms:W3CDTF">2026-05-30T22:52:36Z</dcterms:modified>
</cp:coreProperties>
</file>