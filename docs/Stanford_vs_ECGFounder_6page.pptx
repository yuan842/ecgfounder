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MODEL COMPARISON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  vs  ECGFounder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291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design philosophy, and a MIT-BIH head-to-head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= task-specific 1D ResNet (Nature Medicine 2019)   |   ECGFounder = pretrained foundation model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PHILOSOPHIES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model 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8872" cy="4480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Hannun-Rajpurkar-Ng, Nature Medicine 2019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net, trained from scratch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/ TensorFlow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ambulatory rhythm strips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classes, one rhythm per segment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57800" cy="448056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91640"/>
            <a:ext cx="118872" cy="4480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75120" y="2350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model, pretrained on millions of ECGs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88036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backbone, then fine-tuned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(Net1D, ~30.8M params)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multi-label diagnosis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classes, co-occurring diagnoses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1D RESNETS, WIRED DIFFERENTLY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- sequence to sequence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single lead, z-scored, multiple of 256 samples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Conv1D(16) -&gt; BN -&gt; ReLU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residual blocks, 2 convs each (pre-act BN-&gt;ReLU-&gt;Drop 0.2)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32-&gt;64-&gt;128-&gt;256; strides 1,2,1,2... (256x down)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TimeDistributed Dense -&gt; softmax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~1.3 s segment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5780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- sequence to 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709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single lead, fixed 10 s @ 500 Hz (1x5000)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Net1D conv stages (deeper / wider)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pooling -&gt; 1024-dim feature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Linear(1024, 150) -&gt; sigmoid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150 independent probabilities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multi-label vector per record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DIFFERENCES THAT MATTER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5418"/>
                <a:gridCol w="4204411"/>
                <a:gridCol w="4204411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Stanford 1D-ResNet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ECGFounder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Sequence: 1 label / ~1.3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global vector /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(one class/segment)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(multi-label)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 (4 - ~12)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diagnoses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scratch, per 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foundation + fine-tune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len, 200-360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 s @ 500 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Holter / 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Per-window multi-diagnosis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labels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per-dataset; retrain or hand-map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150-space; central 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ONTOLOGY VS ONE FIXED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handling across databases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- no global label space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checkpoint's classes auto-derived from its training data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cinc17 -&gt; A / N / O / ~     mitdb -&gt; SINUS / BIGEMINY / TRIGEMINY / VT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database = RETRAIN (new checkpoint) OR HAND-MAP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Hand-map = per-script LABEL_MAP dict, lossy, not centralized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reusable, enforced cross-dataset mapping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52578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- one fixed vocabulary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56032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150-label space, pinned once (tasks.txt)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dataset mapped INTO that space, not the reverse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label_config + GLOBAL_LABEL_MAP.md (single source)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Import-time enforced - fails to load on drift</a:t>
            </a:r>
            <a:endParaRPr lang="en-US" sz="13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database = a mapping entry, backbone untouched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5532120"/>
            <a:ext cx="11064240" cy="868680"/>
          </a:xfrm>
          <a:prstGeom prst="rect">
            <a:avLst/>
          </a:prstGeom>
          <a:solidFill>
            <a:srgbClr val="EEF3F6"/>
          </a:solidFill>
          <a:ln w="635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6509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ties one model to one dataset's labels (retrain or hand-map per DB); ECGFounder's fixed vocabulary + centralized mapping is the foundation-model advantage for multi-dataset work.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ON MIT-BIH, IN DIFFERENT 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Head-to-head: MIT-BIH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257800" cy="118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Stanford 1D-ResNet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880360" y="225856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dev_split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F1 1.00 (n=1597)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BIGEMINY F1 0.96 (n=41)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MIT-BIH (in-distribution)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691640"/>
            <a:ext cx="5257800" cy="2148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691640"/>
            <a:ext cx="5257800" cy="118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874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ECGFounder (zero-shot)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2402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2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686800" y="2258568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  ROC 0.95 / F1 0.86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  ROC 0.94 / F1 0.72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   ROC 0.84 / F1 0.78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trained on MIT-BIH (transfer)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828800"/>
          </a:xfrm>
          <a:prstGeom prst="rect">
            <a:avLst/>
          </a:prstGeom>
          <a:solidFill>
            <a:srgbClr val="FBF3E2"/>
          </a:solidFill>
          <a:ln w="19050">
            <a:solidFill>
              <a:srgbClr val="C886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160520"/>
            <a:ext cx="118872" cy="1828800"/>
          </a:xfrm>
          <a:prstGeom prst="rect">
            <a:avLst/>
          </a:prstGeom>
          <a:solidFill>
            <a:srgbClr val="C8862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97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E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'Stanford beats ECGFounder'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709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was trained ON MIT-BIH, so ~100% on a held-out split of the same (97% SINUS) dataset is in-distribution fit. ECGFounder's numbers are zero-shot transfer to an unseen dataset. Label spaces (4 exclusive vs 150 multi-label) and granularity (per-segment vs per-record) also differ.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which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2743200"/>
          </a:xfrm>
          <a:prstGeom prst="rect">
            <a:avLst/>
          </a:prstGeom>
          <a:solidFill>
            <a:srgbClr val="2C3568"/>
          </a:solidFill>
          <a:ln w="19050">
            <a:solidFill>
              <a:srgbClr val="9FC7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29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C7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ECGFounder when...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multi-label diagnosis (150 conditions)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new datasets / devices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per-dataset training available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57800" cy="2743200"/>
          </a:xfrm>
          <a:prstGeom prst="rect">
            <a:avLst/>
          </a:prstGeom>
          <a:solidFill>
            <a:srgbClr val="2C3568"/>
          </a:solidFill>
          <a:ln w="19050">
            <a:solidFill>
              <a:srgbClr val="8F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0299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FD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Stanford when...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rhythm labels on a continuous strip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train on your target distribution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E6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single-label rhythm set is enough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 - Stanford = continuous single-rhythm timing (in-distribution);  ECGFounder = broad multi-label diagnosis with transfer.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docs/STANFORD_VS_ECGFOUNDER.md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Stanford 1D-ResNet vs ECGFounder</dc:title>
  <dc:subject>PptxGenJS Presentation</dc:subject>
  <dc:creator>ECGFounder project</dc:creator>
  <cp:lastModifiedBy>ECGFounder project</cp:lastModifiedBy>
  <cp:revision>1</cp:revision>
  <dcterms:created xsi:type="dcterms:W3CDTF">2026-05-31T01:03:53Z</dcterms:created>
  <dcterms:modified xsi:type="dcterms:W3CDTF">2026-05-31T01:03:53Z</dcterms:modified>
</cp:coreProperties>
</file>