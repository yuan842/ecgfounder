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F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MODEL COMPARISON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  vs  ECGFounder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1783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design philosophy, and a MIT-BIH head-to-head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57800" cy="393192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118872" cy="3931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6868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Hannun-Rajpurkar-Ng, Nature Medicine 2019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net, trained from scratch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/ TensorFlow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ambulatory rhythm strips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classes, one rhythm per segment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2514600"/>
            <a:ext cx="5257800" cy="393192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2514600"/>
            <a:ext cx="118872" cy="3931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67512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model, pretrained on millions of ECGs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70332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backbone, then fine-tuned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(Net1D, ~30.8M params)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Per-window multi-label diagnosis</a:t>
            </a:r>
            <a:endParaRPr lang="en-US" sz="1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classes, co-occurring diagnoses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1D RESNETS, WIRED DIFFERENTLY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556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- sequence to sequence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lead, z-scored, multiple of 256 samples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Conv1D(16), then 16 residual blocks (2 convs)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32-&gt;64-&gt;128-&gt;256; 256x downsample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TimeDistributed Dense -&gt; softmax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label per ~1.3 s segment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257800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7556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- sequence to 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21945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lead, fixed 10 s @ 500 Hz (1x5000)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 conv stages (deeper / wider)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pooling -&gt; 1024-dim feature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Linear(1024,150) -&gt; sigmoid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multi-label vector per record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~1.3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ON MIT-BIH, IN DIFFERENT 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Head-to-head: MIT-BIH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5257800" cy="1188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88036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dev_split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 F1 1.00 (n=1597)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BIGEMINY F1 0.96 (n=41)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MIT-BIH (in-distribution)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554480"/>
            <a:ext cx="5257800" cy="1188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(zero-shot)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68680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AFib  ROC 0.95 / F1 0.86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  ROC 0.94 / F1 0.72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  ROC 0.84 / F1 0.78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trained on MIT-BIH (transfer)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141732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931920"/>
            <a:ext cx="118872" cy="141732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4480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ECGFounder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broad multi-label diagnosis (150 conditions) and transfer to new datasets/devices.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Stanford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per-segment rhythm labels on a continuous strip when you can train on your distribution.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2026-05-30T22:47:04Z</dcterms:created>
  <dcterms:modified xsi:type="dcterms:W3CDTF">2026-05-30T22:47:04Z</dcterms:modified>
</cp:coreProperties>
</file>