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design philosophy, and a MIT-BIH head-to-head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5780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118872" cy="3931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91K records / 53.5K patients (Zio, 200 Hz)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34-layer 1D ResNet, trained from scratch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classes; 1 label / 1.28 s (seq-to-seq)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0.97 &gt; cardiologist (F1 .837 vs .780)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2514600"/>
            <a:ext cx="525780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2514600"/>
            <a:ext cx="118872" cy="3931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67512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2025 (arXiv 2410.04133) - our base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70332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10.8M ECGs / 1.8M subjects; 150 labels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Net1D/RegNet foundation; PU-learning loss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Single-lead = lead augmentation (our fuzzy)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AUROC .968; CODE-test .981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1D RESNETS, WIRED DIFFERENTLY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556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- sequence to sequence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lead, z-scored, multiple of 256 samples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Conv1D(16), then 16 residual blocks (2 convs)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32-&gt;64-&gt;128-&gt;256; 256x downsample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TimeDistributed Dense -&gt; softmax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 per 1.28 s segment (256 samp @ 200 Hz)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25780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sequence to 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2194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lead, fixed 10 s @ 500 Hz (1x5000)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 conv stages (deeper / wider)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pooling -&gt; 1024-dim feature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Linear(1024,150) -&gt; sigmoid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multi-label vector per record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1.28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Cross-dataset labels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per-dataset; retrain or hand-map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150-space; central 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Head-to-head: MIT-BIH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55448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141732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31920"/>
            <a:ext cx="118872" cy="141732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480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ECGFounder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broad multi-label diagnosis (150 conditions) and transfer to new datasets/devices.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Stanford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per-segment rhythm labels on a continuous strip when you can train on your distribution.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2026-05-31T05:23:55Z</dcterms:created>
  <dcterms:modified xsi:type="dcterms:W3CDTF">2026-05-31T05:23:55Z</dcterms:modified>
</cp:coreProperties>
</file>