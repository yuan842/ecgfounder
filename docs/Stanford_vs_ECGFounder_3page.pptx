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9F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ECG MODEL COMPARISON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Stanford 1D-ResNet  vs  ECGFounder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58368" y="17830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design philosophy, and a MIT-BIH head-to-head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5257800" cy="3931920"/>
          </a:xfrm>
          <a:prstGeom prst="rect">
            <a:avLst/>
          </a:prstGeom>
          <a:solidFill>
            <a:srgbClr val="F4F7FA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514600"/>
            <a:ext cx="118872" cy="39319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6974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Stanford 1D-ResNet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868680" y="317296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Hannun-Rajpurkar-Ng, Nature Medicine 2019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3703320"/>
            <a:ext cx="4709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Task-specific net, trained from scratch</a:t>
            </a:r>
            <a:endParaRPr lang="en-US" sz="14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Keras / TensorFlow</a:t>
            </a:r>
            <a:endParaRPr lang="en-US" sz="14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ambulatory rhythm strips</a:t>
            </a:r>
            <a:endParaRPr lang="en-US" sz="14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 classes, one rhythm per segment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355080" y="2514600"/>
            <a:ext cx="5257800" cy="3931920"/>
          </a:xfrm>
          <a:prstGeom prst="rect">
            <a:avLst/>
          </a:prstGeom>
          <a:solidFill>
            <a:srgbClr val="F4F7FA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55080" y="2514600"/>
            <a:ext cx="118872" cy="39319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6675120" y="26974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ECGFounder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6675120" y="317296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model, pretrained on millions of ECGs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675120" y="3703320"/>
            <a:ext cx="4709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Pretrained backbone, then fine-tuned</a:t>
            </a:r>
            <a:endParaRPr lang="en-US" sz="14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(Net1D, ~30.8M params)</a:t>
            </a:r>
            <a:endParaRPr lang="en-US" sz="14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Per-window multi-label diagnosis</a:t>
            </a:r>
            <a:endParaRPr lang="en-US" sz="14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classes, co-occurring diagnoses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1D RESNETS, WIRED DIFFERENTLY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257800" cy="2148840"/>
          </a:xfrm>
          <a:prstGeom prst="rect">
            <a:avLst/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75564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Stanford - sequence to sequence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194560"/>
            <a:ext cx="4709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lead, z-scored, multiple of 256 samples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Stem Conv1D(16), then 16 residual blocks (2 convs)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32-&gt;64-&gt;128-&gt;256; 256x downsample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TimeDistributed Dense -&gt; softmax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label per ~1.3 s segment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355080" y="1600200"/>
            <a:ext cx="5257800" cy="2148840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0" y="175564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ECGFounder - sequence to one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675120" y="2194560"/>
            <a:ext cx="4709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lead, fixed 10 s @ 500 Hz (1x5000)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Net1D conv stages (deeper / wider)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pooling -&gt; 1024-dim feature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Linear(1024,150) -&gt; sigmoid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multi-label vector per record</a:t>
            </a:r>
            <a:endParaRPr lang="en-US" sz="12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840480"/>
          <a:ext cx="11064240" cy="914400"/>
        </p:xfrm>
        <a:graphic>
          <a:graphicData uri="http://schemas.openxmlformats.org/drawingml/2006/table">
            <a:tbl>
              <a:tblPr/>
              <a:tblGrid>
                <a:gridCol w="2655418"/>
                <a:gridCol w="4204411"/>
                <a:gridCol w="4204411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Stanford 1D-ResNet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ECGFounder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Sequence: 1 label / ~1.3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global vector / record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Label type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Softmax (one class/segment)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Sigmoid (multi-label)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Few (4 - ~12)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 diagnoses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From scratch, per dataset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Pretrained foundation + fine-tune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 len, 200-360 Hz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 10 s @ 500 Hz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Continuous Holter / patch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Per-window multi-diagnosis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Cross-dataset labels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per-dataset; retrain or hand-map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 150-space; central map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RUN ON MIT-BIH, IN DIFFERENT SETTINGS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Head-to-head: MIT-BIH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257800" cy="2148840"/>
          </a:xfrm>
          <a:prstGeom prst="rect">
            <a:avLst/>
          </a:prstGeom>
          <a:solidFill>
            <a:srgbClr val="F4F7FA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54480"/>
            <a:ext cx="5257800" cy="11887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373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Stanford 1D-ResNet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10312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A22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~1.00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2880360" y="2121408"/>
            <a:ext cx="2743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on dev_split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SINUS F1 1.00 (n=1597)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BIGEMINY F1 0.96 (n=41)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338328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MIT-BIH (in-distribution)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55080" y="1554480"/>
            <a:ext cx="5257800" cy="2148840"/>
          </a:xfrm>
          <a:prstGeom prst="rect">
            <a:avLst/>
          </a:prstGeom>
          <a:solidFill>
            <a:srgbClr val="F4F7FA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55080" y="1554480"/>
            <a:ext cx="5257800" cy="11887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17373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ECGFounder (zero-shot)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29400" y="210312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A22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0.95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8686800" y="2121408"/>
            <a:ext cx="2743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AFib  ROC 0.95 / F1 0.86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PVC   ROC 0.94 / F1 0.72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NSR   ROC 0.84 / F1 0.78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675120" y="338328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trained on MIT-BIH (transfer)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931920"/>
            <a:ext cx="11064240" cy="1417320"/>
          </a:xfrm>
          <a:prstGeom prst="rect">
            <a:avLst/>
          </a:prstGeom>
          <a:solidFill>
            <a:srgbClr val="FBF3E2"/>
          </a:solidFill>
          <a:ln w="19050">
            <a:solidFill>
              <a:srgbClr val="C8862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931920"/>
            <a:ext cx="118872" cy="1417320"/>
          </a:xfrm>
          <a:prstGeom prst="rect">
            <a:avLst/>
          </a:prstGeom>
          <a:solidFill>
            <a:srgbClr val="C8862A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06908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5E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'Stanford beats ECGFounder'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68680" y="448056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Stanford was trained ON MIT-BIH, so ~100% on a held-out split of the same (97% SINUS) dataset is in-distribution fit. ECGFounder's numbers are zero-shot transfer to an unseen dataset. Label spaces (4 exclusive vs 150 multi-label) and granularity (per-segment vs per-record) also differ.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8640" y="557784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ECGFounder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broad multi-label diagnosis (150 conditions) and transfer to new datasets/devices.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Stanford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per-segment rhythm labels on a continuous strip when you can train on your distribution.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b="1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Complementary, not competing.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Stanford 1D-ResNet vs ECGFounder</dc:title>
  <dc:subject>PptxGenJS Presentation</dc:subject>
  <dc:creator>ECGFounder project</dc:creator>
  <cp:lastModifiedBy>ECGFounder project</cp:lastModifiedBy>
  <cp:revision>1</cp:revision>
  <dcterms:created xsi:type="dcterms:W3CDTF">2026-05-31T01:03:53Z</dcterms:created>
  <dcterms:modified xsi:type="dcterms:W3CDTF">2026-05-31T01:03:53Z</dcterms:modified>
</cp:coreProperties>
</file>