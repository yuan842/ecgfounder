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MODEL COMPARISON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 vs  ECGFounder paper  vs  This repo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3200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2019 baseline, the 2025 foundation model, and what we deploy on top of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= external baseline    </a:t>
            </a:r>
            <a:pPr indent="0" marL="0">
              <a:buNone/>
            </a:pPr>
            <a:r>
              <a:rPr lang="en-US" sz="1300" b="1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 = our base model    </a:t>
            </a:r>
            <a:pPr indent="0" marL="0">
              <a:buNone/>
            </a:pPr>
            <a:r>
              <a:rPr lang="en-US" sz="1300" b="1" dirty="0">
                <a:solidFill>
                  <a:srgbClr val="B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= ECGFounder + project layers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THREE RIVALS — A BASELINE, A BASE MODEL, AND OUR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three relate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1828800"/>
          </a:xfrm>
          <a:prstGeom prst="rect">
            <a:avLst/>
          </a:prstGeom>
          <a:solidFill>
            <a:srgbClr val="F4F7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1D-ResNet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Medicine 2019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External, independent baseline — a different paradigm (seq-to-seq, trained per dataset).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3200400" cy="1828800"/>
          </a:xfrm>
          <a:prstGeom prst="rect">
            <a:avLst/>
          </a:prstGeom>
          <a:solidFill>
            <a:srgbClr val="F4F7FA"/>
          </a:solidFill>
          <a:ln w="19050">
            <a:solidFill>
              <a:srgbClr val="B07A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7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ECGFounder (Li 2025)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foundation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606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10.8M ECGs, 150-label space, single-lead via lead augmentation.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6344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 MODEL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2423160"/>
            <a:ext cx="502920" cy="548640"/>
          </a:xfrm>
          <a:prstGeom prst="rightArrow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41080" y="1783080"/>
            <a:ext cx="2999232" cy="1828800"/>
          </a:xfrm>
          <a:prstGeom prst="rect">
            <a:avLst/>
          </a:prstGeom>
          <a:solidFill>
            <a:srgbClr val="EAF3F6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repo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239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 + project layers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23960" y="2606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7-label scope, fuzzy probe, DualHead, FP gates, reporting.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41080" y="370332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DEPLOY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91672" cy="1691640"/>
          </a:xfrm>
          <a:prstGeom prst="rect">
            <a:avLst/>
          </a:prstGeom>
          <a:solidFill>
            <a:srgbClr val="FBF3E2"/>
          </a:solidFill>
          <a:ln w="15240">
            <a:solidFill>
              <a:srgbClr val="B07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threads tie them together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892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 adopts Hannun's 3-cardiologist committee evaluation design (it cites the 2019 paper).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Hannun explicitly warns that running the model across long recordings yields “non-trivial false-positive diagnoses” — exactly the problem our motion/SQI gates and per-window reporting solve.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ECGFounder's single-lead lead-augmentation is re-implemented in this repo as the PTB-XL fuzzy-angle dataset.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 (1 of 2)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01400" cy="914400"/>
        </p:xfrm>
        <a:graphic>
          <a:graphicData uri="http://schemas.openxmlformats.org/drawingml/2006/table">
            <a:tbl>
              <a:tblPr/>
              <a:tblGrid>
                <a:gridCol w="2296287"/>
                <a:gridCol w="2968371"/>
                <a:gridCol w="2968371"/>
                <a:gridCol w="2968371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Stanford 2019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ECGFounder 2025 (paper)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7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repo (deployed)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base model (as published)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+ project layers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from scratch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foundation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+ probe / gates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Pretraining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91K rec / 53.5K patients (Zio)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10.8M ECGs / 1.8M subjects (HEEDB)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inherits Founder pretraining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/ 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1-lead Zio, 200 Hz, 30 s-days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12-lead 10 s (+1-lead lead-aug)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1-lead 500 Hz, 10 s (1x5000)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34-layer 1D ResNet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Net1D / RegNet + 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Net1D (~30.8M params)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seq-to-seq softmax / 1.28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per-record sigmoid, 150 heads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per-10 s window -&gt; merged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space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exclusive rhythms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multi-label diagnoses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7-label scope (global hard rule)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ADAPTATION, EVALUATION,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 (2 of 2)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01400" cy="914400"/>
        </p:xfrm>
        <a:graphic>
          <a:graphicData uri="http://schemas.openxmlformats.org/drawingml/2006/table">
            <a:tbl>
              <a:tblPr/>
              <a:tblGrid>
                <a:gridCol w="2296287"/>
                <a:gridCol w="2968371"/>
                <a:gridCol w="2968371"/>
                <a:gridCol w="2968371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Stanford 2019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ECGFounder 2025 (paper)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7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repo (deployed)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 per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probe / full fine-tune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linear probe + DualHead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3-card committee + 6 indiv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committee (cites Hannun)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PTB-XL 1-8/9/10; fzark/MIT-BIH/MOVE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numbers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0.97, F1 .837 &gt; .780 (in-dist)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committee AUROC .968; CODE .981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 fold-10 ROC .970; AF ~.95 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Single-lead 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cinc17 ckpt has an 'A'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1-lead AF AUROC 0.957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~0.95 + motion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Long-recording FP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acknowledged, unsolved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cloud-side, not in-model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 + SQI gates + windowing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Cross-DB labels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(retrain / hand-map)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150-space, centralized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label_config + GLOBAL_LABEL_MAP (enforced)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open; data proprietary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+ model + data 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on the open Founder release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LAYERS ON TOP OF THE FOUNDATION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repo adds to ECGFounder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128016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7-label detection scope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hard rule: Normal, Bradycardia, AFib, Sinus Tachycardia, SV Run, V Run, Pause. Everything else is inert.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577840" cy="128016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691640"/>
            <a:ext cx="10972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8105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Fuzzy-angle linear probe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29400" y="219456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Re-implements the paper's lead augmentation on PTB-XL (45/60/75/90 deg). Frozen backbone, 6 readout rows; fold-10 macro ROC 0.970.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577840" cy="128016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08960"/>
            <a:ext cx="10972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27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DualHead routing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router over base + fine-tuned checkpoints, per-head selection (scope route = the 6 probe heads).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3108960"/>
            <a:ext cx="5577840" cy="128016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108960"/>
            <a:ext cx="10972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227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FP suppression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29400" y="361188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separately-trainable motion (accelerometer) and SQI (ECG-intrinsic) gates; per-device profiles.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577840" cy="128016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526280"/>
            <a:ext cx="10972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6451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Per-recording reporting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report_recording.py windows long strips into events + burden % + explicit raw -&gt; after-FP accounting.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4526280"/>
            <a:ext cx="5577840" cy="128016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4526280"/>
            <a:ext cx="10972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6451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PTB-XL 1-8/9/10 splits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629400" y="502920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patient-stratified train/val/test (import-time integrity check, 0 leakage).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THREE ACTUALLY DIFFER ON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metrics that matter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657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566160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65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AFib — the strong case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1-lead external: AUROC 0.957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zero-shot (fzark/MIT-BIH): ~0.95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gate cuts MOVE false AFib ~90%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Stanford: only cinc17 ckpt has an 'A' class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66160" cy="3657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737360"/>
            <a:ext cx="3566160" cy="118872"/>
          </a:xfrm>
          <a:prstGeom prst="rect">
            <a:avLst/>
          </a:prstGeom>
          <a:solidFill>
            <a:srgbClr val="B07A1E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965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7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VT — the single-lead gap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269748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12-lead: 0.903 (committee) / 0.987 (PTB-XL)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measured 1-lead: ~0.36 (worse than chance)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12-lead VT strength does NOT survive single-lead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FP gates exist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66160" cy="3657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737360"/>
            <a:ext cx="3566160" cy="1188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394192" y="1965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/ Normal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94192" y="269748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1-lead NSR external: AUROC 0.975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scope probe fold-10 macro ROC: 0.970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Non-target head drift: 0.00e+00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in-dist: AUC 0.97 (different task)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In-distribution fit (Stanford) vs external transfer (Founder/repo) measure different things — read the caveats slide.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each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840480"/>
          </a:xfrm>
          <a:prstGeom prst="rect">
            <a:avLst/>
          </a:prstGeom>
          <a:solidFill>
            <a:srgbClr val="2C3A6E"/>
          </a:solidFill>
          <a:ln w="19050">
            <a:solidFill>
              <a:srgbClr val="9FC7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C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Per-segment rhythm timeline (1.28 s) on a continuous strip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specificity when trained on your distribution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an independent, in-distribution baseline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Narrow: few exclusive classes, no transfer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1783080"/>
            <a:ext cx="3566160" cy="3840480"/>
          </a:xfrm>
          <a:prstGeom prst="rect">
            <a:avLst/>
          </a:prstGeom>
          <a:solidFill>
            <a:srgbClr val="2C3A6E"/>
          </a:solidFill>
          <a:ln w="19050">
            <a:solidFill>
              <a:srgbClr val="E8C7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965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ECGFounder paper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0288" y="26974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150-label diagnosis with transfer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Single-lead capable via lead augmentation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Cloud-side analysis of wearable uploads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backbone to build 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74152" y="1783080"/>
            <a:ext cx="3566160" cy="3840480"/>
          </a:xfrm>
          <a:prstGeom prst="rect">
            <a:avLst/>
          </a:prstGeom>
          <a:solidFill>
            <a:srgbClr val="2C3A6E"/>
          </a:solidFill>
          <a:ln w="19050">
            <a:solidFill>
              <a:srgbClr val="BF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1965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E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repo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48472" y="26974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focused to a clinical 7-label scope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gates + per-window reporting for long strips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enforced cross-dataset label map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deploy on fzark / MOVE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competing — and the repo is the foundation model made deployable.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QUOTING ANY NUMBER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9728" cy="786384"/>
          </a:xfrm>
          <a:prstGeom prst="rect">
            <a:avLst/>
          </a:prstGeom>
          <a:solidFill>
            <a:srgbClr val="B07A1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settings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86200" y="1645920"/>
            <a:ext cx="7726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numbers are in-distribution (trained on MIT-BIH/Zio); Founder/repo numbers are external transfer. They measure fit vs generalization.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109728" cy="786384"/>
          </a:xfrm>
          <a:prstGeom prst="rect">
            <a:avLst/>
          </a:prstGeom>
          <a:solidFill>
            <a:srgbClr val="B07A1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42032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label spaces / granularity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86200" y="2542032"/>
            <a:ext cx="7726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exclusive rhythms @1.28 s  vs  150 multi-label @record  vs  7-label scope @10 s window. Per-class F1 is not directly comparable.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38144"/>
            <a:ext cx="109728" cy="786384"/>
          </a:xfrm>
          <a:prstGeom prst="rect">
            <a:avLst/>
          </a:prstGeom>
          <a:solidFill>
            <a:srgbClr val="B07A1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38144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Single-lead VT is weak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886200" y="3438144"/>
            <a:ext cx="7726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paper's strong VT is 12-lead; at single lead it collapses (~0.36 here). Treat VT detections with the FP gate.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109728" cy="786384"/>
          </a:xfrm>
          <a:prstGeom prst="rect">
            <a:avLst/>
          </a:prstGeom>
          <a:solidFill>
            <a:srgbClr val="B07A1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34256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ground truth on MOVE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86200" y="4334256"/>
            <a:ext cx="7726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comparisons are false-positive / reporting-format behavior, not validated accuracy.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30368"/>
            <a:ext cx="109728" cy="786384"/>
          </a:xfrm>
          <a:prstGeom prst="rect">
            <a:avLst/>
          </a:prstGeom>
          <a:solidFill>
            <a:srgbClr val="B07A1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30368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 errors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86200" y="5230368"/>
            <a:ext cx="7726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ChatGPT digest says 14 classes (it's 12) and 1 label/second (it's 1 / 1.28 s), and never covers ECGFounder.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Stanford vs ECGFounder vs This Repo</dc:title>
  <dc:subject>PptxGenJS Presentation</dc:subject>
  <dc:creator>ECGFounder project</dc:creator>
  <cp:lastModifiedBy>ECGFounder project</cp:lastModifiedBy>
  <cp:revision>1</cp:revision>
  <dcterms:created xsi:type="dcterms:W3CDTF">2026-05-31T05:27:26Z</dcterms:created>
  <dcterms:modified xsi:type="dcterms:W3CDTF">2026-05-31T05:27:26Z</dcterms:modified>
</cp:coreProperties>
</file>